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people settle in, have them install Claude Code. Requires Node 18+.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autocomplete: it reads your repo, edits files, runs commands, runs tests, makes commits. Recommended flow: Explore → Plan → Code →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run claude in a real repo, try /init.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shift+tab into plan mode, @ a file, esc esc to rewind.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Sonnet as the daily driver; switch to Opus (or raise effort) only when the problem deserves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Karpathy's CLAUDE.md: reasoning patterns, not rigid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ambiguous change in plan mode, show the plan before approving.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repo: mcp-dedalo (garage.altia.es, Laboratory/mycopilot-resources). Support: ServiceDesk TI → Gestor MyAssistant.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list my tasks and log hours on a real task from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ask an agent to search the whole repo — it reads dozens of files in its own context and returns just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 along: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24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@anthropic-ai/claude-code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56235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 in practice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altia control tower · internal seminar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 is a new kind of ai assistant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4303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</a:t>
            </a:r>
            <a:pPr algn="l" indent="0" marL="0">
              <a:lnSpc>
                <a:spcPts val="44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terminal-based, not an ide</a:t>
            </a:r>
            <a:endParaRPr lang="en-US" sz="2000" dirty="0"/>
          </a:p>
          <a:p>
            <a:pPr algn="l" indent="0" marL="0">
              <a:lnSpc>
                <a:spcPts val="44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</a:t>
            </a:r>
            <a:pPr algn="l" indent="0" marL="0">
              <a:lnSpc>
                <a:spcPts val="44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 with ai tools</a:t>
            </a:r>
            <a:endParaRPr lang="en-US" sz="2000" dirty="0"/>
          </a:p>
          <a:p>
            <a:pPr algn="l" indent="0" marL="0">
              <a:lnSpc>
                <a:spcPts val="44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</a:t>
            </a:r>
            <a:pPr algn="l" indent="0" marL="0">
              <a:lnSpc>
                <a:spcPts val="44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fits into all existing workflows</a:t>
            </a:r>
            <a:endParaRPr lang="en-US" sz="2000" dirty="0"/>
          </a:p>
          <a:p>
            <a:pPr algn="l" indent="0" marL="0">
              <a:lnSpc>
                <a:spcPts val="44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</a:t>
            </a:r>
            <a:pPr algn="l" indent="0" marL="0">
              <a:lnSpc>
                <a:spcPts val="44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 purpose — use it for almost anything</a:t>
            </a:r>
            <a:endParaRPr lang="en-US" sz="2000" dirty="0"/>
          </a:p>
          <a:p>
            <a:pPr algn="l" indent="0" marL="0">
              <a:lnSpc>
                <a:spcPts val="44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</a:t>
            </a:r>
            <a:pPr algn="l" indent="0" marL="0">
              <a:lnSpc>
                <a:spcPts val="44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infinitely hackable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useful things to try on day 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430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start a session in any repo</a:t>
            </a:r>
            <a:endParaRPr lang="en-US" sz="1700" dirty="0"/>
          </a:p>
          <a:p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/init</a:t>
            </a:r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generate a CLAUDE.md for your project</a:t>
            </a:r>
            <a:endParaRPr lang="en-US" sz="1700" dirty="0"/>
          </a:p>
          <a:p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remember this</a:t>
            </a:r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add a note to memory (CLAUDE.md)</a:t>
            </a:r>
            <a:endParaRPr lang="en-US" sz="1700" dirty="0"/>
          </a:p>
          <a:p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reset context between tasks</a:t>
            </a:r>
            <a:endParaRPr lang="en-US" sz="1700" dirty="0"/>
          </a:p>
          <a:p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</a:t>
            </a:r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everything else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keybindings worth memorizing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430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shift+tab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cycle modes: auto-accept / plan</a:t>
            </a:r>
            <a:endParaRPr lang="en-US" sz="17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bash mode — run any shell command</a:t>
            </a:r>
            <a:endParaRPr lang="en-US" sz="17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add a file or folder to context</a:t>
            </a:r>
            <a:endParaRPr lang="en-US" sz="17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ctrl+r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search your prompt history</a:t>
            </a:r>
            <a:endParaRPr lang="en-US" sz="17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cancel whatever claude is doing</a:t>
            </a:r>
            <a:endParaRPr lang="en-US" sz="17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 esc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jump back to an earlier point</a:t>
            </a:r>
            <a:endParaRPr lang="en-US" sz="17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--resume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pick up a past session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your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430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switch models mid-session</a:t>
            </a: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sonnet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fast + cheap — everyday work</a:t>
            </a: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opus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strongest — the hard problems</a:t>
            </a: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fable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 mythos model — use it with /advisor</a:t>
            </a: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→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inside /model: set reasoning effort</a:t>
            </a: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(low / medium / high)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430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file claude code reads automatically on start</a:t>
            </a:r>
            <a:endParaRPr lang="en-US" sz="19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endParaRPr lang="en-US" sz="19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 it the context that isn't in the code:</a:t>
            </a:r>
            <a:endParaRPr lang="en-US" sz="19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conventions · how to run tests · what NOT to touch ·</a:t>
            </a:r>
            <a:endParaRPr lang="en-US" sz="19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how you like it to work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CLAUDE.md lives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4303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./CLAUDE.md</a:t>
            </a:r>
            <a:pPr algn="l" indent="0" marL="0">
              <a:lnSpc>
                <a:spcPts val="44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repo root — shared with the team</a:t>
            </a:r>
            <a:endParaRPr lang="en-US" sz="1800" dirty="0"/>
          </a:p>
          <a:p>
            <a:pPr algn="l" indent="0" marL="0">
              <a:lnSpc>
                <a:spcPts val="44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./module/CLAUDE.md</a:t>
            </a:r>
            <a:pPr algn="l" indent="0" marL="0">
              <a:lnSpc>
                <a:spcPts val="44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rules specific to that module</a:t>
            </a:r>
            <a:endParaRPr lang="en-US" sz="1800" dirty="0"/>
          </a:p>
          <a:p>
            <a:pPr algn="l" indent="0" marL="0">
              <a:lnSpc>
                <a:spcPts val="44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~/.claude/CLAUDE.md</a:t>
            </a:r>
            <a:pPr algn="l" indent="0" marL="0">
              <a:lnSpc>
                <a:spcPts val="44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personal — follows you everywhere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good CLAUDE.md teaches claude how to think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430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 before coding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don't assume. surface confusion early</a:t>
            </a:r>
            <a:endParaRPr lang="en-US" sz="16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simplicity first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simplest thing that works. no speculative features</a:t>
            </a:r>
            <a:endParaRPr lang="en-US" sz="16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surgical changes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every touched line traces to the request</a:t>
            </a:r>
            <a:endParaRPr lang="en-US" sz="16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goal-driven execution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vague asks → verifiable goals</a:t>
            </a:r>
            <a:endParaRPr lang="en-US" sz="16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endParaRPr lang="en-US" sz="16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reference: github.com/multica-ai/andrej-karpathy-skills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it short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4303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~150 lines max</a:t>
            </a:r>
            <a:endParaRPr lang="en-US" sz="1900" dirty="0"/>
          </a:p>
          <a:p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endParaRPr lang="en-US" sz="1900" dirty="0"/>
          </a:p>
          <a:p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it's </a:t>
            </a:r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preferences</a:t>
            </a:r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not documentation</a:t>
            </a:r>
            <a:endParaRPr lang="en-US" sz="1900" dirty="0"/>
          </a:p>
          <a:p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long CLAUDE.md reads worse — and competes for context</a:t>
            </a:r>
            <a:endParaRPr lang="en-US" sz="1900" dirty="0"/>
          </a:p>
          <a:p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every single prompt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prompt is a work order, not a question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430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 context, not just the task</a:t>
            </a:r>
            <a:endParaRPr lang="en-US" sz="18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 specific about the expected result</a:t>
            </a:r>
            <a:endParaRPr lang="en-US" sz="18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for a plan before code on big changes</a:t>
            </a:r>
            <a:endParaRPr lang="en-US" sz="18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iterate — no need to be perfect on the first try</a:t>
            </a:r>
            <a:endParaRPr lang="en-US" sz="18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 examples when output format matters</a:t>
            </a:r>
            <a:endParaRPr lang="en-US" sz="18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constraints — the best lever you have</a:t>
            </a:r>
            <a:endParaRPr lang="en-US" sz="18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"keep the public api. no new deps. don't touch the css."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 prompt vs better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"fix the login bug"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43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"/login returns 500 when the email has uppercase.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check AuthController.login and add the case to the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existing tests."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"improve this component"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10543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"refactor UserTable.tsx to paginate client-side. keep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 public api. no new dependencies."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/ act / auto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4303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read-only. explores, proposes a plan. you approve</a:t>
            </a: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before it touches a single line</a:t>
            </a: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executes — asks permission along the way</a:t>
            </a: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doesn't ask. decides and keeps going</a:t>
            </a: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some commands stay blocked — e.g. 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to use which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4303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big, ambiguous, multi-file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plan first</a:t>
            </a:r>
            <a:endParaRPr lang="en-US" sz="19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 and clear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→ act directly</a:t>
            </a:r>
            <a:endParaRPr lang="en-US" sz="19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endParaRPr lang="en-US" sz="19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 → plan → act → review</a:t>
            </a:r>
            <a:endParaRPr lang="en-US" sz="19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endParaRPr lang="en-US" sz="19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 at the diff. "the ai did it" is not a review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mcp: give claude your systems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4303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server that exposes 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+ context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external</a:t>
            </a:r>
            <a:endParaRPr lang="en-US" sz="19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systems — without leaving the terminal, without</a:t>
            </a:r>
            <a:endParaRPr lang="en-US" sz="19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copy-pasting data by hand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case: mcp-dedalo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430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 → mcp-dedalo → redmine api → dédalo</a:t>
            </a: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tracking and tasks, from your terminal</a:t>
            </a: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 node 22+ · auth is automatic via altia sso</a:t>
            </a: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tokens, no env vars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command to set it 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43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--transport http mcpdedalo \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https://mcpproxy.altia.es/metamcp/dedalo/mcp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use opens the browser for altia sso login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just talk to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430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are my pending tasks in dédalo?"</a:t>
            </a:r>
            <a:endParaRPr lang="en-US" sz="1700" dirty="0"/>
          </a:p>
          <a:p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 3 hours of development on task 123456"</a:t>
            </a:r>
            <a:endParaRPr lang="en-US" sz="1700" dirty="0"/>
          </a:p>
          <a:p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"mark task 123456 as resolved, set it to 100%"</a:t>
            </a:r>
            <a:endParaRPr lang="en-US" sz="1700" dirty="0"/>
          </a:p>
          <a:p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"comment on 123456: blocked waiting for test env access"</a:t>
            </a:r>
            <a:endParaRPr lang="en-US" sz="1700" dirty="0"/>
          </a:p>
          <a:p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endParaRPr lang="en-US" sz="1700" dirty="0"/>
          </a:p>
          <a:p>
            <a:pPr algn="l" indent="0" marL="0">
              <a:lnSpc>
                <a:spcPts val="4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tools: list issues, log time, update status, create tasks…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tricks most people don't use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430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compress the conversation into a summary —</a:t>
            </a:r>
            <a:endParaRPr lang="en-US" sz="17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keep working without starting over</a:t>
            </a:r>
            <a:endParaRPr lang="en-US" sz="17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/cost /context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session cost + how full your context is —</a:t>
            </a:r>
            <a:endParaRPr lang="en-US" sz="17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know when to start fresh</a:t>
            </a:r>
            <a:endParaRPr lang="en-US" sz="17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/advisor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second opinion from a stronger model (opus)</a:t>
            </a:r>
            <a:endParaRPr lang="en-US" sz="17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at the moments that matter — cheap if used well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agents: delegate without burning context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4303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can spawn 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subagents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 handle a task</a:t>
            </a:r>
            <a:endParaRPr lang="en-US" sz="18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endParaRPr lang="en-US" sz="18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one works in its 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 context window</a:t>
            </a:r>
            <a:endParaRPr lang="en-US" sz="18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context stays clean — </a:t>
            </a:r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the result comes back</a:t>
            </a:r>
            <a:endParaRPr lang="en-US" sz="18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endParaRPr lang="en-US" sz="18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great for: exploring big codebases · parallel work · reviews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design →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4303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the ux/ui in claude design (web)</a:t>
            </a:r>
            <a:endParaRPr lang="en-US" sz="19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bring it back into claude code</a:t>
            </a:r>
            <a:endParaRPr lang="en-US" sz="19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 it directly on the project</a:t>
            </a:r>
            <a:endParaRPr lang="en-US" sz="19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endParaRPr lang="en-US" sz="1900" dirty="0"/>
          </a:p>
          <a:p>
            <a:pPr algn="l" indent="0" marL="0">
              <a:lnSpc>
                <a:spcPts val="3800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→ code, without rewriting markup by hand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 more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430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anthropic.skilljar.com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free official courses, certificate</a:t>
            </a: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 101</a:t>
            </a: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 in action</a:t>
            </a: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 to subagents</a:t>
            </a:r>
            <a:endParaRPr lang="en-US" sz="1800" dirty="0"/>
          </a:p>
          <a:p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 to agent skills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4303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</a:t>
            </a:r>
            <a:pPr algn="l" indent="0" marL="0">
              <a:lnSpc>
                <a:spcPts val="42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 doesn't replace your judgment — review the diff</a:t>
            </a:r>
            <a:endParaRPr lang="en-US" sz="1800" dirty="0"/>
          </a:p>
          <a:p>
            <a:pPr algn="l" indent="0" marL="0">
              <a:lnSpc>
                <a:spcPts val="42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</a:t>
            </a:r>
            <a:pPr algn="l" indent="0" marL="0">
              <a:lnSpc>
                <a:spcPts val="42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with a good CLAUDE.md and prompts with real context</a:t>
            </a:r>
            <a:endParaRPr lang="en-US" sz="1800" dirty="0"/>
          </a:p>
          <a:p>
            <a:pPr algn="l" indent="0" marL="0">
              <a:lnSpc>
                <a:spcPts val="42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</a:t>
            </a:r>
            <a:pPr algn="l" indent="0" marL="0">
              <a:lnSpc>
                <a:spcPts val="42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mode for the ambiguous, act for the clear</a:t>
            </a:r>
            <a:endParaRPr lang="en-US" sz="1800" dirty="0"/>
          </a:p>
          <a:p>
            <a:pPr algn="l" indent="0" marL="0">
              <a:lnSpc>
                <a:spcPts val="42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</a:t>
            </a:r>
            <a:pPr algn="l" indent="0" marL="0">
              <a:lnSpc>
                <a:spcPts val="42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mcp-dedalo is live — </a:t>
            </a:r>
            <a:pPr algn="l" indent="0" marL="0">
              <a:lnSpc>
                <a:spcPts val="42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 this week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20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pPr indent="0" marL="0">
              <a:buNone/>
            </a:pPr>
            <a:r>
              <a:rPr lang="en-US" sz="2000" dirty="0">
                <a:solidFill>
                  <a:srgbClr val="F5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█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2026-07-13T20:08:35Z</dcterms:created>
  <dcterms:modified xsi:type="dcterms:W3CDTF">2026-07-13T20:08:35Z</dcterms:modified>
</cp:coreProperties>
</file>